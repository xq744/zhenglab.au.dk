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479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8"/>
  </p:normalViewPr>
  <p:slideViewPr>
    <p:cSldViewPr snapToGrid="0">
      <p:cViewPr varScale="1">
        <p:scale>
          <a:sx n="111" d="100"/>
          <a:sy n="111" d="100"/>
        </p:scale>
        <p:origin x="7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53644-ADE2-9C48-BB40-698398089832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5AA4B-1203-CB42-8D22-FAC4B522211F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1D73E-5F32-D746-8827-2FF2D411382B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D9E3B-58D7-9A42-B4DF-45910DD67D7D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microsoft.com/office/2007/relationships/hdphoto" Target="../media/image7.wdp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microsoft.com/office/2007/relationships/hdphoto" Target="../media/image11.wdp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44295"/>
            <a:ext cx="12192000" cy="3539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17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>
                <a:solidFill>
                  <a:srgbClr val="016F92"/>
                </a:solidFill>
              </a:rPr>
              <a:t>Zheng Lab</a:t>
            </a:r>
            <a:endParaRPr lang="en-US" noProof="0" dirty="0">
              <a:solidFill>
                <a:srgbClr val="016F9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3647" y="2499745"/>
            <a:ext cx="254878" cy="369332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   </a:t>
            </a: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709" y="1130139"/>
            <a:ext cx="7733171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My independent research group at Aarhus University </a:t>
            </a:r>
            <a:endParaRPr lang="en-GB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Backed by a LEO Foundation starting grant (12 million DKK)</a:t>
            </a:r>
            <a:endParaRPr lang="en-GB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Research focus: Spatial Proteomics → Precision Oncology &amp; Dermatology</a:t>
            </a:r>
            <a:endParaRPr lang="en-GB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Looking to connect with future PhD students, Postdocs &amp; Collaborators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black and white logo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0390" y="1130139"/>
            <a:ext cx="2050735" cy="1100394"/>
          </a:xfrm>
          <a:prstGeom prst="rect">
            <a:avLst/>
          </a:prstGeom>
        </p:spPr>
      </p:pic>
      <p:pic>
        <p:nvPicPr>
          <p:cNvPr id="1026" name="Picture 2" descr="A Simple White Background Featuring A We Are Hiring Sign | EPS Free  Download - Pikbe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625" b="75250" l="21000" r="81375">
                        <a14:foregroundMark x1="52500" y1="24625" x2="55375" y2="25125"/>
                        <a14:foregroundMark x1="22000" y1="38000" x2="21750" y2="42000"/>
                        <a14:foregroundMark x1="21375" y1="47000" x2="21000" y2="51500"/>
                        <a14:foregroundMark x1="77875" y1="43125" x2="77125" y2="55000"/>
                        <a14:foregroundMark x1="80000" y1="40250" x2="79625" y2="69125"/>
                        <a14:foregroundMark x1="79625" y1="69125" x2="80250" y2="71000"/>
                        <a14:foregroundMark x1="81250" y1="75000" x2="81375" y2="75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050" t="19617" r="15881" b="21200"/>
          <a:stretch>
            <a:fillRect/>
          </a:stretch>
        </p:blipFill>
        <p:spPr bwMode="auto">
          <a:xfrm>
            <a:off x="6965942" y="5215604"/>
            <a:ext cx="1398502" cy="123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 l="28570" t="21661" r="1959" b="18775"/>
          <a:stretch>
            <a:fillRect/>
          </a:stretch>
        </p:blipFill>
        <p:spPr>
          <a:xfrm>
            <a:off x="311053" y="3087648"/>
            <a:ext cx="4926660" cy="29850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4709" y="2795260"/>
            <a:ext cx="48074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Our Group’s Research Infrastructure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096" y="4827676"/>
            <a:ext cx="2050735" cy="20507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33188" y="3903757"/>
            <a:ext cx="1845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staff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Inger Merete S. Paulsen</a:t>
            </a:r>
            <a:endParaRPr lang="en-GB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Cassandra Bennetzen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Tina Drejer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Christian V. Westberg</a:t>
            </a:r>
            <a:endParaRPr lang="en-GB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8169" t="23448"/>
          <a:stretch>
            <a:fillRect/>
          </a:stretch>
        </p:blipFill>
        <p:spPr>
          <a:xfrm>
            <a:off x="10383535" y="2777827"/>
            <a:ext cx="886066" cy="1105200"/>
          </a:xfrm>
          <a:prstGeom prst="roundRect">
            <a:avLst/>
          </a:prstGeom>
          <a:effectLst>
            <a:softEdge rad="63500"/>
          </a:effectLst>
        </p:spPr>
      </p:pic>
      <p:sp>
        <p:nvSpPr>
          <p:cNvPr id="15" name="TextBox 14"/>
          <p:cNvSpPr txBox="1"/>
          <p:nvPr/>
        </p:nvSpPr>
        <p:spPr>
          <a:xfrm>
            <a:off x="5330133" y="3893771"/>
            <a:ext cx="945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Postdoc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Qu Xu</a:t>
            </a:r>
            <a:endParaRPr lang="en-GB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195" y="2795260"/>
            <a:ext cx="861406" cy="1105200"/>
          </a:xfrm>
          <a:prstGeom prst="roundRect">
            <a:avLst/>
          </a:prstGeom>
          <a:effectLst>
            <a:softEdge rad="63500"/>
          </a:effectLst>
        </p:spPr>
      </p:pic>
      <p:sp>
        <p:nvSpPr>
          <p:cNvPr id="17" name="TextBox 16"/>
          <p:cNvSpPr txBox="1"/>
          <p:nvPr/>
        </p:nvSpPr>
        <p:spPr>
          <a:xfrm>
            <a:off x="6360083" y="3900460"/>
            <a:ext cx="20507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trainees</a:t>
            </a:r>
            <a:endParaRPr lang="en-GB" sz="1200" kern="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 Graugaard Hansen</a:t>
            </a:r>
            <a:endParaRPr lang="en-GB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Magnus Bæk Bundgaard</a:t>
            </a:r>
            <a:endParaRPr lang="en-GB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12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Yida</a:t>
            </a:r>
            <a:r>
              <a:rPr lang="da-DK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Wang</a:t>
            </a:r>
            <a:endParaRPr lang="da-DK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12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Samyak</a:t>
            </a:r>
            <a:r>
              <a:rPr lang="da-DK" sz="12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Suri</a:t>
            </a:r>
            <a:endParaRPr lang="da-DK" sz="12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458" y="2797669"/>
            <a:ext cx="736800" cy="1105200"/>
          </a:xfrm>
          <a:prstGeom prst="roundRect">
            <a:avLst/>
          </a:prstGeom>
          <a:effectLst>
            <a:softEdge rad="63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2457" t="32525" r="17855"/>
          <a:stretch>
            <a:fillRect/>
          </a:stretch>
        </p:blipFill>
        <p:spPr>
          <a:xfrm>
            <a:off x="8674926" y="2795260"/>
            <a:ext cx="736446" cy="1110019"/>
          </a:xfrm>
          <a:prstGeom prst="roundRect">
            <a:avLst/>
          </a:prstGeom>
          <a:effectLst>
            <a:softEdge rad="63500"/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rcRect l="37862" t="32525" r="38759" b="35893"/>
          <a:stretch>
            <a:fillRect/>
          </a:stretch>
        </p:blipFill>
        <p:spPr>
          <a:xfrm>
            <a:off x="7246671" y="2797669"/>
            <a:ext cx="818120" cy="1105200"/>
          </a:xfrm>
          <a:prstGeom prst="roundRect">
            <a:avLst/>
          </a:prstGeom>
          <a:effectLst>
            <a:softEdge rad="63500"/>
          </a:effec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/>
          <a:srcRect l="28511" r="23003"/>
          <a:stretch>
            <a:fillRect/>
          </a:stretch>
        </p:blipFill>
        <p:spPr>
          <a:xfrm>
            <a:off x="9597803" y="2784516"/>
            <a:ext cx="804059" cy="1105200"/>
          </a:xfrm>
          <a:prstGeom prst="roundRect">
            <a:avLst/>
          </a:prstGeom>
          <a:effectLst>
            <a:softEdge rad="63500"/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4"/>
          <a:srcRect l="10484" t="30492" r="19775"/>
          <a:stretch>
            <a:fillRect/>
          </a:stretch>
        </p:blipFill>
        <p:spPr>
          <a:xfrm>
            <a:off x="11269601" y="2777827"/>
            <a:ext cx="834120" cy="1105200"/>
          </a:xfrm>
          <a:prstGeom prst="roundRect">
            <a:avLst/>
          </a:prstGeom>
          <a:effectLst>
            <a:softEdge rad="63500"/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rcRect l="8783" t="7842" r="9254" b="19356"/>
          <a:stretch>
            <a:fillRect/>
          </a:stretch>
        </p:blipFill>
        <p:spPr>
          <a:xfrm>
            <a:off x="6384624" y="2797669"/>
            <a:ext cx="925380" cy="1105200"/>
          </a:xfrm>
          <a:prstGeom prst="round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WPS 演示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Aptos</vt:lpstr>
      <vt:lpstr>Segoe UI</vt:lpstr>
      <vt:lpstr>微软雅黑</vt:lpstr>
      <vt:lpstr>Arial Unicode MS</vt:lpstr>
      <vt:lpstr>Aptos Display</vt:lpstr>
      <vt:lpstr>Segoe UI Variable Display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 Zheng</dc:creator>
  <cp:lastModifiedBy>WPS_1563007044</cp:lastModifiedBy>
  <cp:revision>3</cp:revision>
  <dcterms:created xsi:type="dcterms:W3CDTF">2026-10-18T06:59:00Z</dcterms:created>
  <dcterms:modified xsi:type="dcterms:W3CDTF">2026-10-18T13:33:58Z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95B4BFF350D6460C87982343EED29625_12</vt:lpwstr>
  </property>
  <property fmtid="{D5CDD505-2E9C-101B-9397-08002B2CF9AE}" pid="3" name="KSOProductBuildVer">
    <vt:lpwstr>2052-12.1.0.29161</vt:lpwstr>
  </property>
</Properties>
</file>