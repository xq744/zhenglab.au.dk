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8"/>
  </p:normalViewPr>
  <p:slideViewPr>
    <p:cSldViewPr snapToGrid="0">
      <p:cViewPr varScale="1">
        <p:scale>
          <a:sx n="111" d="100"/>
          <a:sy n="111" d="100"/>
        </p:scale>
        <p:origin x="72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53644-ADE2-9C48-BB40-698398089832}" type="datetimeFigureOut">
              <a:rPr lang="en-GB" smtClean="0"/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5AA4B-1203-CB42-8D22-FAC4B522211F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table with a microscope and a box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3784" y="3514620"/>
            <a:ext cx="3120000" cy="2340000"/>
          </a:xfrm>
          <a:prstGeom prst="roundRect">
            <a:avLst/>
          </a:prstGeom>
          <a:effectLst>
            <a:softEdge rad="127000"/>
          </a:effectLst>
        </p:spPr>
      </p:pic>
      <p:pic>
        <p:nvPicPr>
          <p:cNvPr id="10" name="Picture 9" descr="A large blue machine with a monito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785" y="991871"/>
            <a:ext cx="3119999" cy="2340000"/>
          </a:xfrm>
          <a:prstGeom prst="roundRect">
            <a:avLst/>
          </a:prstGeom>
          <a:effectLst>
            <a:softEdge rad="127000"/>
          </a:effectLst>
        </p:spPr>
      </p:pic>
      <p:pic>
        <p:nvPicPr>
          <p:cNvPr id="12" name="Picture 11" descr="A room with a desk and shelves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84" y="991871"/>
            <a:ext cx="3120000" cy="2340000"/>
          </a:xfrm>
          <a:prstGeom prst="roundRect">
            <a:avLst/>
          </a:prstGeom>
          <a:effectLst>
            <a:softEdge rad="127000"/>
          </a:effectLst>
        </p:spPr>
      </p:pic>
      <p:pic>
        <p:nvPicPr>
          <p:cNvPr id="16" name="Picture 15" descr="A close-up of several machines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224" y="3514620"/>
            <a:ext cx="3120000" cy="2340000"/>
          </a:xfrm>
          <a:prstGeom prst="roundRect">
            <a:avLst/>
          </a:prstGeom>
          <a:effectLst>
            <a:softEdge rad="127000"/>
          </a:effec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rcRect l="10350" r="9647"/>
          <a:stretch>
            <a:fillRect/>
          </a:stretch>
        </p:blipFill>
        <p:spPr>
          <a:xfrm>
            <a:off x="9813982" y="995630"/>
            <a:ext cx="2225004" cy="3708228"/>
          </a:xfrm>
          <a:prstGeom prst="roundRect">
            <a:avLst/>
          </a:prstGeom>
          <a:effectLst>
            <a:softEdge rad="127000"/>
          </a:effectLst>
        </p:spPr>
      </p:pic>
      <p:pic>
        <p:nvPicPr>
          <p:cNvPr id="14" name="Picture 13" descr="A high angle view of a staircase&#10;&#10;AI-generated content may be incorrect."/>
          <p:cNvPicPr>
            <a:picLocks noChangeAspect="1"/>
          </p:cNvPicPr>
          <p:nvPr/>
        </p:nvPicPr>
        <p:blipFill>
          <a:blip r:embed="rId6"/>
          <a:srcRect r="5859"/>
          <a:stretch>
            <a:fillRect/>
          </a:stretch>
        </p:blipFill>
        <p:spPr>
          <a:xfrm>
            <a:off x="32000" y="995630"/>
            <a:ext cx="3438863" cy="4870499"/>
          </a:xfrm>
          <a:prstGeom prst="roundRect">
            <a:avLst/>
          </a:prstGeom>
          <a:effectLst>
            <a:softEdge rad="127000"/>
          </a:effectLst>
        </p:spPr>
      </p:pic>
      <p:sp>
        <p:nvSpPr>
          <p:cNvPr id="22" name="TextBox 21"/>
          <p:cNvSpPr txBox="1"/>
          <p:nvPr/>
        </p:nvSpPr>
        <p:spPr>
          <a:xfrm>
            <a:off x="32000" y="5770185"/>
            <a:ext cx="3310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i="0" dirty="0">
                <a:solidFill>
                  <a:srgbClr val="0E3B8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Skou Building (Main Hub</a:t>
            </a:r>
            <a:r>
              <a:rPr lang="en-US" i="0" dirty="0">
                <a:solidFill>
                  <a:srgbClr val="0E3B8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i="0" dirty="0">
              <a:solidFill>
                <a:srgbClr val="0E3B85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62356" y="3244334"/>
            <a:ext cx="2846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i="0" dirty="0">
                <a:solidFill>
                  <a:srgbClr val="0E3B8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Lab space</a:t>
            </a:r>
            <a:endParaRPr lang="en-US" dirty="0">
              <a:solidFill>
                <a:srgbClr val="0E3B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31872" y="3244334"/>
            <a:ext cx="3654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i="0" dirty="0">
                <a:solidFill>
                  <a:srgbClr val="0E3B8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Automated multiplexing (MACSima)</a:t>
            </a:r>
            <a:endParaRPr lang="en-US" dirty="0">
              <a:solidFill>
                <a:srgbClr val="0E3B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13784" y="5770185"/>
            <a:ext cx="31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i="0" dirty="0">
                <a:solidFill>
                  <a:srgbClr val="0E3B8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Laser microdissection (LMD7)</a:t>
            </a:r>
            <a:endParaRPr lang="en-US" dirty="0">
              <a:solidFill>
                <a:srgbClr val="0E3B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9197" y="5770185"/>
            <a:ext cx="3654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i="0" dirty="0">
                <a:solidFill>
                  <a:srgbClr val="0E3B8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Mass spectrometry (</a:t>
            </a:r>
            <a:r>
              <a:rPr lang="en-GB" i="0" dirty="0" err="1">
                <a:solidFill>
                  <a:srgbClr val="0E3B8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OrbitrapAscend</a:t>
            </a:r>
            <a:r>
              <a:rPr lang="en-GB" i="0" dirty="0">
                <a:solidFill>
                  <a:srgbClr val="0E3B8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dirty="0">
              <a:solidFill>
                <a:srgbClr val="0E3B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790783" y="4548586"/>
            <a:ext cx="2369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0E3B8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Spatial metabolomics</a:t>
            </a:r>
            <a:endParaRPr lang="en-GB" dirty="0">
              <a:solidFill>
                <a:srgbClr val="0E3B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dirty="0">
                <a:solidFill>
                  <a:srgbClr val="0E3B8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(timsTOF </a:t>
            </a:r>
            <a:r>
              <a:rPr lang="en-GB" dirty="0" err="1">
                <a:solidFill>
                  <a:srgbClr val="0E3B8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fleX</a:t>
            </a:r>
            <a:r>
              <a:rPr lang="en-GB" dirty="0">
                <a:solidFill>
                  <a:srgbClr val="0E3B8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MALDI-2)</a:t>
            </a:r>
            <a:endParaRPr lang="en-US" dirty="0">
              <a:solidFill>
                <a:srgbClr val="0E3B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11151" b="7977"/>
          <a:stretch>
            <a:fillRect/>
          </a:stretch>
        </p:blipFill>
        <p:spPr>
          <a:xfrm>
            <a:off x="9986815" y="5120471"/>
            <a:ext cx="1860050" cy="646330"/>
          </a:xfrm>
          <a:prstGeom prst="rect">
            <a:avLst/>
          </a:prstGeom>
        </p:spPr>
      </p:pic>
      <p:pic>
        <p:nvPicPr>
          <p:cNvPr id="28" name="Billede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140" y="5662393"/>
            <a:ext cx="1974846" cy="417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WPS 演示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Aptos</vt:lpstr>
      <vt:lpstr>Segoe UI</vt:lpstr>
      <vt:lpstr>微软雅黑</vt:lpstr>
      <vt:lpstr>Arial Unicode MS</vt:lpstr>
      <vt:lpstr>Aptos Display</vt:lpstr>
      <vt:lpstr>Segoe UI Variable Display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Xiang Zheng</dc:creator>
  <cp:lastModifiedBy>WPS_1563007044</cp:lastModifiedBy>
  <cp:revision>4</cp:revision>
  <dcterms:created xsi:type="dcterms:W3CDTF">2026-10-18T06:59:00Z</dcterms:created>
  <dcterms:modified xsi:type="dcterms:W3CDTF">2026-10-18T13:33:38Z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F6891622174F4D2487A568A38BB214B4_12</vt:lpwstr>
  </property>
  <property fmtid="{D5CDD505-2E9C-101B-9397-08002B2CF9AE}" pid="3" name="KSOProductBuildVer">
    <vt:lpwstr>2052-12.1.0.29161</vt:lpwstr>
  </property>
</Properties>
</file>